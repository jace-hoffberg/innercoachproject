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" y="128016"/>
            <a:ext cx="11932920" cy="6601968"/>
          </a:xfrm>
          <a:prstGeom prst="rect">
            <a:avLst/>
          </a:prstGeom>
          <a:noFill/>
          <a:ln w="127000">
            <a:solidFill>
              <a:srgbClr val="1A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p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237744"/>
            <a:ext cx="83210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"/>
            <a:ext cx="8046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555555"/>
                </a:solidFill>
              </a:rPr>
              <a:t>Are you confident that you’re on the right track to being as prepared as possible to take full advantage of the opportunity in front of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4FC4"/>
                </a:solidFill>
              </a:rPr>
              <a:t>Yes Checks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417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</a:rPr>
              <a:t>◄———————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70432"/>
            <a:ext cx="5257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</a:rPr>
              <a:t>At the end of every work week, keep it real with yourself. Will you be able to say “yes” to the statements on your Yes Checks List?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95728"/>
            <a:ext cx="11274552" cy="36576"/>
          </a:xfrm>
          <a:prstGeom prst="rect">
            <a:avLst/>
          </a:prstGeom>
          <a:solidFill>
            <a:srgbClr val="1A4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78608"/>
            <a:ext cx="112745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</a:rPr>
              <a:t>1.   </a:t>
            </a:r>
            <a:r>
              <a:rPr sz="2800" b="1" i="0">
                <a:solidFill>
                  <a:srgbClr val="141414"/>
                </a:solidFill>
              </a:rPr>
              <a:t>I</a:t>
            </a:r>
            <a:r>
              <a:rPr sz="2800" b="0" i="0">
                <a:solidFill>
                  <a:srgbClr val="141414"/>
                </a:solidFill>
              </a:rPr>
              <a:t>’m proud of how </a:t>
            </a:r>
            <a:r>
              <a:rPr sz="2800" b="1" i="1">
                <a:solidFill>
                  <a:srgbClr val="141414"/>
                </a:solidFill>
              </a:rPr>
              <a:t>legit my commitment</a:t>
            </a:r>
            <a:r>
              <a:rPr sz="2800" b="0" i="0">
                <a:solidFill>
                  <a:srgbClr val="141414"/>
                </a:solidFill>
              </a:rPr>
              <a:t> is to being as physically prepared as I can be. I’m training my body the right 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" y="128016"/>
            <a:ext cx="11932920" cy="6601968"/>
          </a:xfrm>
          <a:prstGeom prst="rect">
            <a:avLst/>
          </a:prstGeom>
          <a:noFill/>
          <a:ln w="127000">
            <a:solidFill>
              <a:srgbClr val="1A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p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237744"/>
            <a:ext cx="83210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</a:rPr>
              <a:t>2.   </a:t>
            </a:r>
            <a:r>
              <a:rPr sz="2400" b="1" i="0">
                <a:solidFill>
                  <a:srgbClr val="141414"/>
                </a:solidFill>
              </a:rPr>
              <a:t>I</a:t>
            </a:r>
            <a:r>
              <a:rPr sz="2400" b="0" i="0">
                <a:solidFill>
                  <a:srgbClr val="141414"/>
                </a:solidFill>
              </a:rPr>
              <a:t>’m good with my awareness of my thoughts. My mindset/attitude are intentional. These things I don’t take for granted.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45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</a:rPr>
              <a:t>3.   </a:t>
            </a:r>
            <a:r>
              <a:rPr sz="2400" b="1" i="0">
                <a:solidFill>
                  <a:srgbClr val="141414"/>
                </a:solidFill>
              </a:rPr>
              <a:t>I</a:t>
            </a:r>
            <a:r>
              <a:rPr sz="2400" b="0" i="0">
                <a:solidFill>
                  <a:srgbClr val="141414"/>
                </a:solidFill>
              </a:rPr>
              <a:t> have no </a:t>
            </a:r>
            <a:r>
              <a:rPr sz="2400" b="0" i="1">
                <a:solidFill>
                  <a:srgbClr val="141414"/>
                </a:solidFill>
              </a:rPr>
              <a:t>doubt in my mind.</a:t>
            </a:r>
            <a:r>
              <a:rPr sz="2400" b="0" i="0">
                <a:solidFill>
                  <a:srgbClr val="141414"/>
                </a:solidFill>
              </a:rPr>
              <a:t> The time and attention I put into </a:t>
            </a:r>
            <a:r>
              <a:rPr sz="2400" b="1" i="1">
                <a:solidFill>
                  <a:srgbClr val="141414"/>
                </a:solidFill>
              </a:rPr>
              <a:t>skills training</a:t>
            </a:r>
            <a:r>
              <a:rPr sz="2400" b="0" i="0">
                <a:solidFill>
                  <a:srgbClr val="141414"/>
                </a:solidFill>
              </a:rPr>
              <a:t> is leveling up my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</a:rPr>
              <a:t>4.   </a:t>
            </a:r>
            <a:r>
              <a:rPr sz="2400" b="1" i="0">
                <a:solidFill>
                  <a:srgbClr val="141414"/>
                </a:solidFill>
              </a:rPr>
              <a:t>T</a:t>
            </a:r>
            <a:r>
              <a:rPr sz="2400" b="0" i="0">
                <a:solidFill>
                  <a:srgbClr val="141414"/>
                </a:solidFill>
              </a:rPr>
              <a:t>he way I live my life shows I have the self-discipline that I will need to succeed as an athlete and beyond.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" y="128016"/>
            <a:ext cx="11932920" cy="6601968"/>
          </a:xfrm>
          <a:prstGeom prst="rect">
            <a:avLst/>
          </a:prstGeom>
          <a:noFill/>
          <a:ln w="127000">
            <a:solidFill>
              <a:srgbClr val="1A4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p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237744"/>
            <a:ext cx="83210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</a:rPr>
              <a:t>5.   </a:t>
            </a:r>
            <a:r>
              <a:rPr sz="2400" b="1" i="0">
                <a:solidFill>
                  <a:srgbClr val="141414"/>
                </a:solidFill>
              </a:rPr>
              <a:t>I</a:t>
            </a:r>
            <a:r>
              <a:rPr sz="2400" b="0" i="0">
                <a:solidFill>
                  <a:srgbClr val="141414"/>
                </a:solidFill>
              </a:rPr>
              <a:t>’m good with the level of gratitude and appreciation I have in my overall approach to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112745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</a:rPr>
              <a:t>6.   </a:t>
            </a:r>
            <a:r>
              <a:rPr sz="2400" b="1" i="0">
                <a:solidFill>
                  <a:srgbClr val="141414"/>
                </a:solidFill>
              </a:rPr>
              <a:t>T</a:t>
            </a:r>
            <a:r>
              <a:rPr sz="2400" b="0" i="0">
                <a:solidFill>
                  <a:srgbClr val="141414"/>
                </a:solidFill>
              </a:rPr>
              <a:t>here is a strong </a:t>
            </a:r>
            <a:r>
              <a:rPr sz="2400" b="1" i="1">
                <a:solidFill>
                  <a:srgbClr val="141414"/>
                </a:solidFill>
              </a:rPr>
              <a:t>spirit to compete</a:t>
            </a:r>
            <a:r>
              <a:rPr sz="2400" b="0" i="0">
                <a:solidFill>
                  <a:srgbClr val="141414"/>
                </a:solidFill>
              </a:rPr>
              <a:t> going on inside of me through every step of the training I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</a:rPr>
              <a:t>7.   </a:t>
            </a:r>
            <a:r>
              <a:rPr sz="2400" b="1" i="0">
                <a:solidFill>
                  <a:srgbClr val="141414"/>
                </a:solidFill>
              </a:rPr>
              <a:t>I</a:t>
            </a:r>
            <a:r>
              <a:rPr sz="2400" b="0" i="0">
                <a:solidFill>
                  <a:srgbClr val="141414"/>
                </a:solidFill>
              </a:rPr>
              <a:t> take each day one day at a time. The intent is to get the most I can out of my life. I am </a:t>
            </a:r>
            <a:r>
              <a:rPr sz="2400" b="1" i="1">
                <a:solidFill>
                  <a:srgbClr val="141414"/>
                </a:solidFill>
              </a:rPr>
              <a:t>good with my give.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